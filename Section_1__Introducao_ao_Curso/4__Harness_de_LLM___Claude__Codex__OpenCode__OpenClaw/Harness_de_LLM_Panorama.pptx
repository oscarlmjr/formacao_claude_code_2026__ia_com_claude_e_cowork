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0">
            <a:off x="-457200" y="-457200"/>
            <a:ext cx="5029200" cy="3657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800000">
            <a:off x="8686800" y="6217920"/>
            <a:ext cx="5029200" cy="3657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971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ferramentas que transformam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em agentes de código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Cowork  ·  OpenClaw  ·  OpenCode  ·  Codex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6263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executivo —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31375" y="6263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 harness de LLM?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91440" cy="429768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Definição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harness é a camada de software que coloca um LLM dentro de um loop agente — orquestrando ferramentas, contexto, sistema de arquivos, terminal e permissões para que o modelo execute trabalho real, não apenas gere texto.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 +  loop  +  ferramentas  =  agente útil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(prompt → ação → observação → próximo passo)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783080"/>
            <a:ext cx="2697480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agente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8368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→ tool call → resultado → reflexão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217152" y="1783080"/>
            <a:ext cx="2697480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445752" y="2011680"/>
            <a:ext cx="640080" cy="64008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21488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45752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445752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arquivos, bash, web, MCP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55080" y="4005072"/>
            <a:ext cx="2697480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233672"/>
            <a:ext cx="640080" cy="64008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37083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49651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583680" y="53766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Memória, arquivos abertos, histórico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217152" y="4005072"/>
            <a:ext cx="2697480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445752" y="4233672"/>
            <a:ext cx="640080" cy="64008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437083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445752" y="49651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Salvaguardas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9445752" y="53766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Permissões, sandbox, confirmações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 harness virou o produto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valor prático de um LLM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do harness ao redor dele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488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5600" dirty="0"/>
          </a:p>
        </p:txBody>
      </p:sp>
      <p:sp>
        <p:nvSpPr>
          <p:cNvPr id="12" name="Text 8"/>
          <p:cNvSpPr/>
          <p:nvPr/>
        </p:nvSpPr>
        <p:spPr>
          <a:xfrm>
            <a:off x="470916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de produtividade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harnesses bons e ruins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75320" y="18288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488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9536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</a:t>
            </a:r>
            <a:endParaRPr lang="en-US" sz="5600" dirty="0"/>
          </a:p>
        </p:txBody>
      </p:sp>
      <p:sp>
        <p:nvSpPr>
          <p:cNvPr id="16" name="Text 11"/>
          <p:cNvSpPr/>
          <p:nvPr/>
        </p:nvSpPr>
        <p:spPr>
          <a:xfrm>
            <a:off x="859536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amplamente usadas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 em 2026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qualitativas, baseadas em uso prático.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5720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viraram commodity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43000" y="49377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diferenciação está na orquestração: como o agente pensa, edita e verifica.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5720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2920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Trabalho real exige guardas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029200" y="49377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Permissões, sandbox e revisão humana definem o que pode ir para produção.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57200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1540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Ecossistema MCP/plugins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8915400" y="49377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skills e conectores agora são portáveis entre harnesses.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harnesses em destaque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91440" cy="21945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94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 ·  Cowork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2880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3154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agente + modo desktop para não-devs. Plugins, skills, MCP, hooks.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486400" cy="2194560"/>
          </a:xfrm>
          <a:prstGeom prst="rect">
            <a:avLst/>
          </a:prstGeom>
          <a:solidFill>
            <a:srgbClr val="29335C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1828800"/>
            <a:ext cx="91440" cy="21945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21945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317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194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54380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83680" y="3154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comunitário, compatível com Claude e outros modelos.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" y="4251960"/>
            <a:ext cx="91440" cy="21945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8680" y="461772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75488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28800" y="4617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1828800" y="5120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68680" y="5577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codificação em terminal, multi-modelo, foco em TUI.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17920" y="4251960"/>
            <a:ext cx="5486400" cy="2194560"/>
          </a:xfrm>
          <a:prstGeom prst="rect">
            <a:avLst/>
          </a:prstGeom>
          <a:solidFill>
            <a:srgbClr val="29335C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17920" y="4251960"/>
            <a:ext cx="91440" cy="21945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583680" y="461772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75488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43800" y="4617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7543800" y="5120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583680" y="5577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agente da OpenAI, integrado ao ecossistema GPT / Codex.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4864" cy="68580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605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desenvolvedores no terminal — e, com Cowork, para quem nunca abriu um.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777240"/>
            <a:ext cx="685800" cy="6858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92" y="91897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777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agente de codificação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394960" y="11887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terminal, edita arquivos, executa comandos, lê repositório inteiro.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80560" y="2103120"/>
            <a:ext cx="685800" cy="6858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292" y="224485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94960" y="2103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Cowork: modo desktop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394960" y="2514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para não-devs gerirem arquivos, tarefas e automações no computador.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480560" y="3429000"/>
            <a:ext cx="685800" cy="6858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92" y="357073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Plugins, skills, MCP, hooks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394960" y="38404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Extensível via marketplace; skills carregam conhecimento de domínio sob demanda.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480560" y="4754880"/>
            <a:ext cx="685800" cy="6858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292" y="489661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4754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Permissões e confirmações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394960" y="5166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sensíveis pedem aprovação; sandboxes para shell e edição.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480560" y="5989320"/>
            <a:ext cx="7269480" cy="5029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617720" y="59893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para: refatoração multi-arquivo, agentes longos, workflows com skills.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0624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4206240" cy="9144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Comunidade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3749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comunitário compatível com a família Claude e outros provedores. Foco em transparência, customização e bring-your-own-key.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5623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emergente — verifique o repositório oficial antes de adotar.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0" y="1783080"/>
            <a:ext cx="2240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011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560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BYOK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49240" y="29718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sua própria chave de API (Anthropic, OpenAI, locais).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525512" y="1783080"/>
            <a:ext cx="2240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20116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54112" y="2560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Customizável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54112" y="29718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 sistema, ferramentas e políticas editáveis.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930384" y="1783080"/>
            <a:ext cx="2240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20116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58984" y="2560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Multi-modelo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158984" y="29718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provedor sem reescrever o agente.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120640" y="4005072"/>
            <a:ext cx="2240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423367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4782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Hackável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349240" y="5193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experimentação e pesquisa em agentes.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7525512" y="4005072"/>
            <a:ext cx="2240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423367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754112" y="4782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lock-in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754112" y="5193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 — auditoria total do loop e das tools.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9930384" y="4005072"/>
            <a:ext cx="22402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984" y="4233672"/>
            <a:ext cx="457200" cy="4572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158984" y="4782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Documentação leve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10158984" y="5193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adoção exige familiaridade com o ecossistema.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3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36576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874520"/>
            <a:ext cx="5486400" cy="4206240"/>
          </a:xfrm>
          <a:prstGeom prst="rect">
            <a:avLst/>
          </a:prstGeom>
          <a:solidFill>
            <a:srgbClr val="070D24"/>
          </a:solidFill>
          <a:ln w="12700">
            <a:solidFill>
              <a:srgbClr val="2933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057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de codificação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terminal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open-source focado em uma experiência TUI (terminal user interface) rica para tarefas de codificação assistida por LLM. Pensado para ser provider-agnóstico — você escolhe o modelo, ele cuida do loop, das ferramentas e do estado.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 sob licença open-source — instalável via gerenciador de pacotes.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4864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103120"/>
            <a:ext cx="594360" cy="59436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21284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Provider-agnóstico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7804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com Anthropic, OpenAI, Groq, modelos locais, etc.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63640" y="2971800"/>
            <a:ext cx="54864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46520" y="3154680"/>
            <a:ext cx="594360" cy="59436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326440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 profundo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178040" y="3429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arquivos, shell, busca, git — tudo no TUI.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4023360"/>
            <a:ext cx="54864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315968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colaborativo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178040" y="4480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compartilháveis e histórico inspecionável.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63640" y="5074920"/>
            <a:ext cx="54864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46520" y="5257800"/>
            <a:ext cx="594360" cy="59436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5367528"/>
            <a:ext cx="374904" cy="3749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78040" y="5166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rápida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178040" y="5532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nativa em terminal, latência mínima vs IDEs pesadas.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06240" cy="42976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4206240" cy="9144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 CLI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3931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codificação no terminal da OpenAI. Integrado ao ecossistema GPT, com modos de execução que vão do read-only ao full-auto.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5715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como CLI + integrações Web/IDE.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749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Modos de operação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74920" y="2240280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74920" y="2240280"/>
            <a:ext cx="73152" cy="109728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578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5780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 mudanças, pede confirmação a cada passo.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3474720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74920" y="3474720"/>
            <a:ext cx="73152" cy="109728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5780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Edit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25780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arquivos automaticamente, pergunta para rodar comandos.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74920" y="4709160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74920" y="4709160"/>
            <a:ext cx="73152" cy="109728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5780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Auto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257800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tudo em sandbox, ideal para tarefas longas.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410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 de destaque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641080" y="2240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331720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28116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GPT recentes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641080" y="3154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3246120"/>
            <a:ext cx="320040" cy="3200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28116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+ approval policy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641080" y="4069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4160520"/>
            <a:ext cx="320040" cy="3200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8116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infra OpenAI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641080" y="4983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5074920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281160" y="5029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Web/IDE companions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elas se posicionam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38912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/ Cowork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padrão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(Sonnet, Opus, Haiku)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Multi-provider (BYOK)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GPT/Codex (OpenAI)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+ Cowork desktop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TUI rica no terminal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+ Web/IDE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Plugins, Skills, MCP, 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Hackável (código aberto)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Plugins,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policy +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Público-alvo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 + não-devs (Cowork)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 / pesquisadores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 no terminal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 no ecossistema 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Proprietário (com tier free)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1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qualitativo — capacidades específicas evoluem rapidamente; valide com a documentação oficial.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harness escolher?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914400" cy="5486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5532120" cy="1965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91440" cy="19659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/ Cowork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quer o melhor agente Claude e um plano integrado de plugins + skills, ou quer trazer não-devs para o fluxo (Cowork).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532120" cy="1965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1828800"/>
            <a:ext cx="91440" cy="19659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103120"/>
            <a:ext cx="685800" cy="6858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402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36092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537960" y="2926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precisa de transparência total, customizar o loop, ou rodar local com chaves próprias — aceitando uma curva técnica maior.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2920" y="3977640"/>
            <a:ext cx="5532120" cy="1965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" y="3977640"/>
            <a:ext cx="91440" cy="19659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8912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4592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64592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2960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terminal é o seu lar, você quer uma TUI rica e liberdade para misturar provedores sem amarras de uma stack só.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17920" y="3977640"/>
            <a:ext cx="5532120" cy="1965960"/>
          </a:xfrm>
          <a:prstGeom prst="rect">
            <a:avLst/>
          </a:prstGeom>
          <a:solidFill>
            <a:srgbClr val="1E2761"/>
          </a:solidFill>
          <a:ln w="12700">
            <a:solidFill>
              <a:srgbClr val="2933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17920" y="3977640"/>
            <a:ext cx="91440" cy="19659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537960" y="4251960"/>
            <a:ext cx="685800" cy="6858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38912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6092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36092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6537960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já está dentro do ecossistema OpenAI e quer um agente CLI maduro, com modos de aprovação granulares e companion IDE/Web.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Quase ninguém usa um único harness — a combinação certa depende da tarefa.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de LLM  •  Panorama 2026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0">
            <a:off x="-457200" y="-457200"/>
            <a:ext cx="5029200" cy="3657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800000">
            <a:off x="8686800" y="6217920"/>
            <a:ext cx="5029200" cy="3657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MENSAGENS-CHAVE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harness virou o produto.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737360" y="2240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são camada — agentes são produto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697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bruta sem orquestração não entrega trabalho. O loop, as tools e os guard-rails fazem a diferença prática.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73736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filosofias, um mesmo objetivo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3977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Code/Cowork (integrado), OpenClaw (hackável), OpenCode (TUI portátil), Codex (OpenAI nativo). Cada um cobre um perfil.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737360" y="4800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Avalie pelo encaixe, não pelo hype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tarefa, perfil do usuário, modelo preferido e nível de controle — são essas variáveis que devem guiar a escolha.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70D24"/>
          </a:solidFill>
          <a:ln w="12700">
            <a:solidFill>
              <a:srgbClr val="070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080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60807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discordâncias e contra-exemplos são bem-vindos.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de LLM — Panorama</dc:title>
  <dc:subject>PptxGenJS Presentation</dc:subject>
  <dc:creator>Rodrigo</dc:creator>
  <cp:lastModifiedBy>Rodrigo</cp:lastModifiedBy>
  <cp:revision>1</cp:revision>
  <dcterms:created xsi:type="dcterms:W3CDTF">2026-05-14T18:14:42Z</dcterms:created>
  <dcterms:modified xsi:type="dcterms:W3CDTF">2026-05-14T18:14:42Z</dcterms:modified>
</cp:coreProperties>
</file>