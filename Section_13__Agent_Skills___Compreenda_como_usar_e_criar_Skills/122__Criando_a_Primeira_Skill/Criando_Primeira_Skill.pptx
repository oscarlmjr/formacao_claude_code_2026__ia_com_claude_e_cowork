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3474720"/>
            <a:ext cx="1371600" cy="1371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Criando sua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Primeira Skill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474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guia prático e direto ao ponto para criar skills funcionais no Claude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206240"/>
            <a:ext cx="10972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 |  SKILL COMPLETA  |  EXEMPLOS REAIS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vai aprender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" cy="5029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234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skill e por que elas existem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828800"/>
            <a:ext cx="54864" cy="5029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mínima de uma skill funcional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4231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2423160"/>
            <a:ext cx="54864" cy="5029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escrever um SKILL.md eficiente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017520"/>
            <a:ext cx="54864" cy="5029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089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 real e aplicável (skill de revisão)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" y="36118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" y="3611880"/>
            <a:ext cx="54864" cy="5029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033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611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 e instalar sua skill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" y="4206240"/>
            <a:ext cx="54864" cy="5029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1732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para skills que realmente disparam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de experiência avançada — apenas seguir os passos.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uma Skill?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1188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de instruções (SKILL.md) que ensina o Claude a realizar tarefas específicas com muito mais qualidade, consistência e contexto.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828800" cy="640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pede algo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633472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88920" y="2468880"/>
            <a:ext cx="1828800" cy="640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lê as skills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33472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937760" y="2468880"/>
            <a:ext cx="1828800" cy="640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93776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 skill certa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33472"/>
            <a:ext cx="22860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086600" y="2468880"/>
            <a:ext cx="1828800" cy="6400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866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otimizado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criar skills?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46888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o fluxo definido toda vez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776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6636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58368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difíceis de pedir a cada mensagem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2628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5156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Reutilização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246888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vez, use em qualquer conversa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52628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6636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Rico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58368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Exemplos, padrões e referências na skill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de uma Skill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Mínima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minha-skill/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SKILL.md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109728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097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Completa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minha-skill/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SKILL.md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guia.md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template.txt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1097280"/>
            <a:ext cx="109728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097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do SKILL.md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7863840" cy="1463040"/>
          </a:xfrm>
          <a:prstGeom prst="rect">
            <a:avLst/>
          </a:prstGeom>
          <a:solidFill>
            <a:srgbClr val="1E29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5661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nome-da-skill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Descrição clara de QUANDO usar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Título da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 que esta skill faz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Como usar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Exemplos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Exemplo: Skill de Revisão de Textos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pasta da skill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508760"/>
            <a:ext cx="3474720" cy="640080"/>
          </a:xfrm>
          <a:prstGeom prst="rect">
            <a:avLst/>
          </a:prstGeom>
          <a:solidFill>
            <a:srgbClr val="1E29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1732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revisao-textos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revisao-textos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235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SKILL.md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508760"/>
            <a:ext cx="3657600" cy="640080"/>
          </a:xfrm>
          <a:prstGeom prst="rect">
            <a:avLst/>
          </a:prstGeom>
          <a:solidFill>
            <a:srgbClr val="1E29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revisao-textos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Use quando pedir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revisão ou melhoria de texto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 de Revisão da Skill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1554480" cy="1188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88720" y="30632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geral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o objetivo do texto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22576" y="2971800"/>
            <a:ext cx="1554480" cy="1188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71216" y="30632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2871216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1401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gramatical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14016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Ortografia, pontuação, concordância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05072" y="2971800"/>
            <a:ext cx="1554480" cy="1188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3712" y="30632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455371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96512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96512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confusas e ambiguidades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87568" y="2971800"/>
            <a:ext cx="1554480" cy="1188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36208" y="30632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79008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e voz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79008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ao público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70064" y="2971800"/>
            <a:ext cx="1554480" cy="1188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18704" y="30632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7918704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61504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61504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de estilo e impacto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Saída</a:t>
            </a:r>
            <a:endParaRPr lang="en-US" sz="14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09160"/>
            <a:ext cx="228600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60120" y="4663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Revisado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6012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corrigida completa</a:t>
            </a:r>
            <a:endParaRPr lang="en-US" sz="100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709160"/>
            <a:ext cx="228600" cy="22860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3794760" y="4663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corrigido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379476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das correções feitas</a:t>
            </a:r>
            <a:endParaRPr lang="en-US" sz="100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709160"/>
            <a:ext cx="228600" cy="22860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6629400" y="4663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de melhoria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66294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opcionais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Empacotar e Testar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Empacotando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554480"/>
            <a:ext cx="3383280" cy="73152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1600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 Claude Code: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scripts.package_skill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./revisao-textos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423160"/>
            <a:ext cx="3383280" cy="86868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468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Claude Code? Zipe a pasta e renomeie de .zip para .skill. O Claude aceita os dois formatos.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Testando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4592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"Pode revisar esse parágrafo?"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49808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0312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"Melhora esse e-mail"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4980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6032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578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"Dá uma olhada nesse texto"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749808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1752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"Escreve um código Python"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749808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dispara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Comportamentos Importantes</a:t>
            </a:r>
            <a:endParaRPr lang="en-US" sz="18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5196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6012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sempre a voz e o estilo original do autor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25196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7492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correções quando não forem óbvias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0120" y="4617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texto estiver muito bom, diga isso claramente</a:t>
            </a:r>
            <a:endParaRPr lang="en-US" sz="11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4663440"/>
            <a:ext cx="201168" cy="2011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074920" y="4617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o contexto se não estiver claro (formal? blog? e-mail?)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Boas Práticas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115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07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bem escrita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325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é o gatilho. Inclua sinônimos e variações. É melhor disparar a mais do que a menos.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7863840" cy="685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842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bem definido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463040" y="2103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skill deve fazer uma coisa bem feita. Se cobrir muitos domínios, divida em duas.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560320"/>
            <a:ext cx="7863840" cy="685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614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saída explícito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2880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Especifique exatamente como a resposta deve ser formatada — seções, títulos e estrutura.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337560"/>
            <a:ext cx="7863840" cy="685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3447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387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dentro da skill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46304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inputs e outputs reais. Calibra o comportamento muito melhor do que instruções abstratas.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42245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159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 com testes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463040" y="4434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pelo menos 5 frases diferentes. Ajuste description e instruções conforme necessário.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referências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600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pasta references/ com guias de estilo, glossários e regras específicas que o Claude pode consultar.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005840"/>
            <a:ext cx="3749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00584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887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com múltiplos domínios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1600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variações (ex: revisão formal vs casual), use subpastas em references/ com instruções específicas.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2651760"/>
            <a:ext cx="3749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40080" y="265176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3464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a description</a:t>
            </a:r>
            <a:endParaRPr lang="en-US" sz="15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291840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script run_loop.py do skill-creator para testar automaticamente quando a skill dispara.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4754880" y="2651760"/>
            <a:ext cx="3749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754880" y="265176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83464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864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skills</a:t>
            </a:r>
            <a:endParaRPr lang="en-US" sz="15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291840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5780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.skill pode ser compartilhado e instalado por outras pessoas. Publique skills úteis para sua equipe.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0" name="Text 20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que você criou neste guia já está pronta para uso! Instale e comece a usar agora.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a criar!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primeira skill é o começo de uma jornada de automação e produtividade com o Claude.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31920" y="3657600"/>
            <a:ext cx="128016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 |  Teste  |  Compartilhe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Criando sua Primeira Skill - Guia Prático</dc:title>
  <dc:subject>PptxGenJS Presentation</dc:subject>
  <dc:creator>Claude</dc:creator>
  <cp:lastModifiedBy>Claude</cp:lastModifiedBy>
  <cp:revision>1</cp:revision>
  <dcterms:created xsi:type="dcterms:W3CDTF">2026-03-17T12:01:27Z</dcterms:created>
  <dcterms:modified xsi:type="dcterms:W3CDTF">2026-03-17T12:01:27Z</dcterms:modified>
</cp:coreProperties>
</file>