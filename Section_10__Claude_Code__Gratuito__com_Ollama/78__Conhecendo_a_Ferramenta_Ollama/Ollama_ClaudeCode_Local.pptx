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16727"/>
          </a:solidFill>
          <a:ln w="12700">
            <a:solidFill>
              <a:srgbClr val="F167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16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Local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Code gratuitamente com modelos locais do Ollama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38636">
              <a:alpha val="25000"/>
            </a:srgbClr>
          </a:solidFill>
          <a:ln w="15240">
            <a:solidFill>
              <a:srgbClr val="238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29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100% Local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34290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F6FEB">
              <a:alpha val="25000"/>
            </a:srgbClr>
          </a:solidFill>
          <a:ln w="1524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429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Gratuito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34290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D29922">
              <a:alpha val="25000"/>
            </a:srgbClr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3429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Sem API Key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097280"/>
            <a:ext cx="2011680" cy="2011680"/>
          </a:xfrm>
          <a:prstGeom prst="ellipse">
            <a:avLst/>
          </a:prstGeom>
          <a:solidFill>
            <a:srgbClr val="F16727">
              <a:alpha val="12000"/>
            </a:srgbClr>
          </a:solidFill>
          <a:ln w="12700">
            <a:solidFill>
              <a:srgbClr val="F16727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1280160"/>
            <a:ext cx="1645920" cy="1645920"/>
          </a:xfrm>
          <a:prstGeom prst="ellipse">
            <a:avLst/>
          </a:prstGeom>
          <a:solidFill>
            <a:srgbClr val="F16727">
              <a:alpha val="20000"/>
            </a:srgbClr>
          </a:solidFill>
          <a:ln w="12700">
            <a:solidFill>
              <a:srgbClr val="F1672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localmente  •  Privacidade total  •  Zero custo de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16727"/>
          </a:solidFill>
          <a:ln w="12700">
            <a:solidFill>
              <a:srgbClr val="F167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Ollama?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é uma ferramenta open-source que permite baixar e rodar Large Language Models (LLMs) diretamente no seu computador, sem depender de serviços em nuvem.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48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Roda Localmente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executam 100% na sua máquina, sem conexão com servidores externos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41148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148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Privacidade Total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4871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dados nunca saem do computador — ideal para informações sensíveis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41148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83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Fácil de Usar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7216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simples via terminal ou API REST compatível com OpenAI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3337560"/>
            <a:ext cx="41148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383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Gratuito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7216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e sem custo, com suporte a dezenas de modelos populares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Leves Recomendados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no terminal: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ollama pull qwen2.5:1.5b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347472"/>
          </a:xfrm>
          <a:prstGeom prst="rect">
            <a:avLst/>
          </a:prstGeom>
          <a:solidFill>
            <a:srgbClr val="1F6FEB">
              <a:alpha val="70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Mín.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737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8412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848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qwen2.5:0.5b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0848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MB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20848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084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leve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84124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68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qwen2.5:1.5b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2468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GB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2468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2468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geral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852928"/>
            <a:ext cx="8412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52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gemma3:1b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2852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MB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28529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 capaz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84124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369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llama3.2:3b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32369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GB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34840" y="32369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3236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Confiável e geral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21024"/>
            <a:ext cx="84124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6210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qwen2.5-coder:3b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26080" y="36210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GB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34840" y="36210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60720" y="36210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005072"/>
            <a:ext cx="841248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0050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phi4-mini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0" y="40050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GB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34840" y="40050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60720" y="4005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Claude Code?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é um agente de codificação da Anthropic que roda no terminal. Ele lê arquivos, escreve código, executa comandos e interage com o projeto — tudo via linguagem natural.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4114800" cy="658368"/>
          </a:xfrm>
          <a:prstGeom prst="rect">
            <a:avLst/>
          </a:prstGeom>
          <a:solidFill>
            <a:srgbClr val="1C2333"/>
          </a:solidFill>
          <a:ln w="508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Lê e edita arquivos do projeto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965960"/>
            <a:ext cx="4114800" cy="658368"/>
          </a:xfrm>
          <a:prstGeom prst="rect">
            <a:avLst/>
          </a:prstGeom>
          <a:solidFill>
            <a:srgbClr val="1C2333"/>
          </a:solidFill>
          <a:ln w="508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9659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Executa comandos no terminal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2770632"/>
            <a:ext cx="4114800" cy="658368"/>
          </a:xfrm>
          <a:prstGeom prst="rect">
            <a:avLst/>
          </a:prstGeom>
          <a:solidFill>
            <a:srgbClr val="1C2333"/>
          </a:solidFill>
          <a:ln w="508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7063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Debugga e corrige erros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2770632"/>
            <a:ext cx="4114800" cy="658368"/>
          </a:xfrm>
          <a:prstGeom prst="rect">
            <a:avLst/>
          </a:prstGeom>
          <a:solidFill>
            <a:srgbClr val="1C2333"/>
          </a:solidFill>
          <a:ln w="508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77063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Escreve e roda testes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3575304"/>
            <a:ext cx="4114800" cy="658368"/>
          </a:xfrm>
          <a:prstGeom prst="rect">
            <a:avLst/>
          </a:prstGeom>
          <a:solidFill>
            <a:srgbClr val="1C2333"/>
          </a:solidFill>
          <a:ln w="508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7530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Explica e documenta código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09160" y="3575304"/>
            <a:ext cx="4114800" cy="658368"/>
          </a:xfrm>
          <a:prstGeom prst="rect">
            <a:avLst/>
          </a:prstGeom>
          <a:solidFill>
            <a:srgbClr val="1C2333"/>
          </a:solidFill>
          <a:ln w="508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57530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Gerencia Git e PRs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 Claude Code + Ollama?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2386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651760" cy="731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234440"/>
            <a:ext cx="1005840" cy="1005840"/>
          </a:xfrm>
          <a:prstGeom prst="ellipse">
            <a:avLst/>
          </a:prstGeom>
          <a:solidFill>
            <a:srgbClr val="238636">
              <a:alpha val="20000"/>
            </a:srgbClr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26187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cobranças de API. Use o Claude Code com modelos locais sem gastar nada.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234440"/>
            <a:ext cx="1005840" cy="1005840"/>
          </a:xfrm>
          <a:prstGeom prst="ellipse">
            <a:avLst/>
          </a:prstGeom>
          <a:solidFill>
            <a:srgbClr val="1F6FEB">
              <a:alpha val="20000"/>
            </a:srgbClr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26187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Total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2834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código nunca sai da máquina. Ideal para projetos corporativos e sigilosos.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51760" cy="320040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234440"/>
            <a:ext cx="1005840" cy="1005840"/>
          </a:xfrm>
          <a:prstGeom prst="ellipse">
            <a:avLst/>
          </a:prstGeom>
          <a:solidFill>
            <a:srgbClr val="D29922">
              <a:alpha val="20000"/>
            </a:srgbClr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26187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834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internet? Sem problema. Tudo roda localmente, sem dependência de nuvem.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3891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Claude Code detecta automaticamente a API do Ollama e usa o modelo que você configurar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Passo a Passo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" cy="502920"/>
          </a:xfrm>
          <a:prstGeom prst="ellipse">
            <a:avLst/>
          </a:prstGeom>
          <a:solidFill>
            <a:srgbClr val="F16727"/>
          </a:solidFill>
          <a:ln w="12700">
            <a:solidFill>
              <a:srgbClr val="F167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o Ollama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344168"/>
            <a:ext cx="5303520" cy="365760"/>
          </a:xfrm>
          <a:prstGeom prst="rect">
            <a:avLst/>
          </a:prstGeom>
          <a:solidFill>
            <a:srgbClr val="161B22"/>
          </a:solidFill>
          <a:ln w="10160">
            <a:solidFill>
              <a:srgbClr val="F167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441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67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https://ollama.ai/install.sh | 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Linux / macOS — ou baixe o instalador em ollama.ai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9842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um modelo leve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322576"/>
            <a:ext cx="5303520" cy="365760"/>
          </a:xfrm>
          <a:prstGeom prst="rect">
            <a:avLst/>
          </a:prstGeom>
          <a:solidFill>
            <a:srgbClr val="161B22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32257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qwen2.5:1.5b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0299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Escolha conforme sua RAM disponível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08376"/>
            <a:ext cx="502920" cy="502920"/>
          </a:xfrm>
          <a:prstGeom prst="ellipse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29626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o Claude Code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300984"/>
            <a:ext cx="5303520" cy="365760"/>
          </a:xfrm>
          <a:prstGeom prst="rect">
            <a:avLst/>
          </a:prstGeom>
          <a:solidFill>
            <a:srgbClr val="161B22"/>
          </a:solidFill>
          <a:ln w="10160">
            <a:solidFill>
              <a:srgbClr val="238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3009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00837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Requer Node.js 18+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986784"/>
            <a:ext cx="502920" cy="502920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9410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variáveis de ambiente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4279392"/>
            <a:ext cx="5303520" cy="530352"/>
          </a:xfrm>
          <a:prstGeom prst="rect">
            <a:avLst/>
          </a:prstGeom>
          <a:solidFill>
            <a:srgbClr val="161B22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27939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ANTHROPIC_BASE_URL="http://localhost:11434/v1"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ANTHROPIC_API_KEY="ollama"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98678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Adicione ao seu .bashrc ou .zshrc para persistir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Uso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Modelo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2377440"/>
          </a:xfrm>
          <a:prstGeom prst="rect">
            <a:avLst/>
          </a:prstGeom>
          <a:solidFill>
            <a:srgbClr val="161B22"/>
          </a:solidFill>
          <a:ln w="10160">
            <a:solidFill>
              <a:srgbClr val="2386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Especificar modelo ao iniciar
</a:t>
            </a:r>
            <a:pPr indent="0" marL="0">
              <a:buNone/>
            </a:pPr>
            <a:r>
              <a:rPr lang="en-US" sz="11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--model qwen2.5:1.5b
</a:t>
            </a:r>
            <a:pPr indent="0" marL="0">
              <a:buNone/>
            </a:pPr>
            <a:r>
              <a:rPr lang="en-US" sz="11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 definir como padrão
</a:t>
            </a:r>
            <a:pPr indent="0" marL="0">
              <a:buNone/>
            </a:pPr>
            <a:r>
              <a:rPr lang="en-US" sz="11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config set model qwen2.5:1.5b
</a:t>
            </a:r>
            <a:pPr indent="0" marL="0">
              <a:buNone/>
            </a:pPr>
            <a:r>
              <a:rPr lang="en-US" sz="11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modelos disponíveis
</a:t>
            </a:r>
            <a:pPr indent="0" marL="0">
              <a:buNone/>
            </a:pPr>
            <a:r>
              <a:rPr lang="en-US" sz="11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list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Uso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023360" cy="502920"/>
          </a:xfrm>
          <a:prstGeom prst="rect">
            <a:avLst/>
          </a:prstGeom>
          <a:solidFill>
            <a:srgbClr val="1C2333"/>
          </a:solidFill>
          <a:ln w="762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25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"Analise este projeto e explique o que ele faz"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4023360" cy="502920"/>
          </a:xfrm>
          <a:prstGeom prst="rect">
            <a:avLst/>
          </a:prstGeom>
          <a:solidFill>
            <a:srgbClr val="1C2333"/>
          </a:solidFill>
          <a:ln w="762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"Corrija os bugs neste arquivo Python"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514600"/>
            <a:ext cx="4023360" cy="502920"/>
          </a:xfrm>
          <a:prstGeom prst="rect">
            <a:avLst/>
          </a:prstGeom>
          <a:solidFill>
            <a:srgbClr val="1C2333"/>
          </a:solidFill>
          <a:ln w="762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514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"Adicione testes unitários para a função X"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3108960"/>
            <a:ext cx="4023360" cy="502920"/>
          </a:xfrm>
          <a:prstGeom prst="rect">
            <a:avLst/>
          </a:prstGeom>
          <a:solidFill>
            <a:srgbClr val="1C2333"/>
          </a:solidFill>
          <a:ln w="762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"Refatore este código para ser mais legível"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321040" cy="566928"/>
          </a:xfrm>
          <a:prstGeom prst="rect">
            <a:avLst/>
          </a:prstGeom>
          <a:solidFill>
            <a:srgbClr val="238636">
              <a:alpha val="15000"/>
            </a:srgbClr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862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🚀  Iniciar:  cd meu-projeto  &amp;&amp;  claude --model qwen2.5:1.5b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e Melhores Práticas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167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600200"/>
          </a:xfrm>
          <a:prstGeom prst="rect">
            <a:avLst/>
          </a:prstGeom>
          <a:solidFill>
            <a:srgbClr val="F16727"/>
          </a:solidFill>
          <a:ln w="12700">
            <a:solidFill>
              <a:srgbClr val="F167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6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Escolha o modelo certo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máquinas com pouca RAM (&lt;4 GB), prefira qwen2.5:0.5b ou gemma3:1b. Com 8 GB+, use llama3.2:3b ou phi4-mini para melhor qualidade.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05840"/>
            <a:ext cx="64008" cy="16002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Use CLAUDE.md no projeto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arquivo CLAUDE.md na raiz do projeto com contexto, convenções e regras. O Claude Code lê automaticamente e responde com mais precisão.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34640"/>
            <a:ext cx="64008" cy="16002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Modelos de código são melhores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tarefas de programação, use qwen2.5-coder em vez de modelos genéricos — mesmo versões menores superam modelos gerais maiores em código.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834640"/>
            <a:ext cx="64008" cy="16002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260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Mantenha contexto pequeno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locais têm contexto limitado. Use /clear entre sessões distintas e evite arquivos muito grandes na mesma conversa.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vs Ollama Local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0" y="960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Claude API (Anthropic)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960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6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Ollama Local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36576"/>
          </a:xfrm>
          <a:prstGeom prst="rect">
            <a:avLst/>
          </a:prstGeom>
          <a:solidFill>
            <a:srgbClr val="8B949E">
              <a:alpha val="40000"/>
            </a:srgbClr>
          </a:solidFill>
          <a:ln w="12700">
            <a:solidFill>
              <a:srgbClr val="8B949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841248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34640" y="137160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Pago por token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0" y="137160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6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Gratuito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8412480" cy="53035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0195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34640" y="19019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Dados na nuvem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0" y="19019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6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100% local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432304"/>
            <a:ext cx="841248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3230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34640" y="243230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 Excelente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35040" y="243230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6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 Boa (depende do modelo)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2962656"/>
            <a:ext cx="8412480" cy="53035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626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834640" y="296265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Depende da rede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0" y="296265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6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Depende do hardware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841248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930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834640" y="349300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Não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0" y="349300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6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8412480" cy="530352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02336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834640" y="40233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Simples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035040" y="40233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6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Requer instalação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F16727">
              <a:alpha val="85000"/>
            </a:srgbClr>
          </a:solidFill>
          <a:ln w="12700">
            <a:solidFill>
              <a:srgbClr val="F167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Agora!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comandos para começar a usar Claude Code gratuitamente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02920" cy="502920"/>
          </a:xfrm>
          <a:prstGeom prst="ellipse">
            <a:avLst/>
          </a:prstGeom>
          <a:solidFill>
            <a:srgbClr val="F16727"/>
          </a:solidFill>
          <a:ln w="12700">
            <a:solidFill>
              <a:srgbClr val="F167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538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modelo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810512"/>
            <a:ext cx="7680960" cy="347472"/>
          </a:xfrm>
          <a:prstGeom prst="rect">
            <a:avLst/>
          </a:prstGeom>
          <a:solidFill>
            <a:srgbClr val="161B22"/>
          </a:solidFill>
          <a:ln w="10160">
            <a:solidFill>
              <a:srgbClr val="238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105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ollama pull qwen2.5:1.5b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502920" cy="502920"/>
          </a:xfrm>
          <a:prstGeom prst="ellipse">
            <a:avLst/>
          </a:prstGeom>
          <a:solidFill>
            <a:srgbClr val="F16727"/>
          </a:solidFill>
          <a:ln w="12700">
            <a:solidFill>
              <a:srgbClr val="F167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3225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URL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2679192"/>
            <a:ext cx="7680960" cy="347472"/>
          </a:xfrm>
          <a:prstGeom prst="rect">
            <a:avLst/>
          </a:prstGeom>
          <a:solidFill>
            <a:srgbClr val="161B22"/>
          </a:solidFill>
          <a:ln w="10160">
            <a:solidFill>
              <a:srgbClr val="238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export ANTHROPIC_BASE_URL="http://localhost:11434/v1"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502920" cy="502920"/>
          </a:xfrm>
          <a:prstGeom prst="ellipse">
            <a:avLst/>
          </a:prstGeom>
          <a:solidFill>
            <a:srgbClr val="F16727"/>
          </a:solidFill>
          <a:ln w="12700">
            <a:solidFill>
              <a:srgbClr val="F167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1912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Claude Code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3547872"/>
            <a:ext cx="7680960" cy="347472"/>
          </a:xfrm>
          <a:prstGeom prst="rect">
            <a:avLst/>
          </a:prstGeom>
          <a:solidFill>
            <a:srgbClr val="161B22"/>
          </a:solidFill>
          <a:ln w="10160">
            <a:solidFill>
              <a:srgbClr val="2386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5478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--model qwen2.5:1.5b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ollama.ai   •   docs.anthropic.com/claude-code   •   github.com/anthropics/claude-code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Ollama &amp; Claude Code Local</dc:title>
  <dc:subject>PptxGenJS Presentation</dc:subject>
  <dc:creator>PptxGenJS</dc:creator>
  <cp:lastModifiedBy>PptxGenJS</cp:lastModifiedBy>
  <cp:revision>1</cp:revision>
  <dcterms:created xsi:type="dcterms:W3CDTF">2026-05-10T03:24:45Z</dcterms:created>
  <dcterms:modified xsi:type="dcterms:W3CDTF">2026-05-10T03:24:45Z</dcterms:modified>
</cp:coreProperties>
</file>